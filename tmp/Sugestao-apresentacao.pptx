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b0b73d9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b0b73d9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b0b73d9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b0b73d9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0b73d9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b0b73d9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b0b73d9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b0b73d9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0b73d9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b0b73d9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b0b73d9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b0b73d9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Título*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Membros*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Orientação*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Justificativa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Visão do produto*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Específicos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Fundamentação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Contextualizado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Fluxo das atividades: Método*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(mostre as tecnologias)*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Gestão Produto/Empreendedorismo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Sistema rodando*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Considerações finais*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Trabalhos futuros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